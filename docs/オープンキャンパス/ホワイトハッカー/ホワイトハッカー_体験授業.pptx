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体験授業② 職種紹介プログラム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ホワイトハッカー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3520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あなたのパスワード、何秒で破られる？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2548890" cy="1371600"/>
          </a:xfrm>
          <a:prstGeom prst="roundRect">
            <a:avLst>
              <a:gd name="adj" fmla="val 8000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493776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7" name="Image 0" descr="/private/tmp/claude-501/-Users-sugikosuke-Desktop-My-project-idea-------------------/44042f4d-884c-4f0e-8eba-3f36d7c1edcb/scratchpad/whitehacker_pptx/icons/users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505663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550408"/>
            <a:ext cx="20916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対象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" y="5751576"/>
            <a:ext cx="21831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高校2・3年生 1〜5名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17570" y="4709160"/>
            <a:ext cx="2548890" cy="1371600"/>
          </a:xfrm>
          <a:prstGeom prst="roundRect">
            <a:avLst>
              <a:gd name="adj" fmla="val 8000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6170" y="493776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12" name="Image 1" descr="/private/tmp/claude-501/-Users-sugikosuke-Desktop-My-project-idea-------------------/44042f4d-884c-4f0e-8eba-3f36d7c1edcb/scratchpad/whitehacker_pptx/icons/clo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042" y="505663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6170" y="5550408"/>
            <a:ext cx="20916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所要時間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646170" y="5751576"/>
            <a:ext cx="21831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40分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95060" y="4709160"/>
            <a:ext cx="2548890" cy="1371600"/>
          </a:xfrm>
          <a:prstGeom prst="roundRect">
            <a:avLst>
              <a:gd name="adj" fmla="val 8000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23660" y="493776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17" name="Image 2" descr="/private/tmp/claude-501/-Users-sugikosuke-Desktop-My-project-idea-------------------/44042f4d-884c-4f0e-8eba-3f36d7c1edcb/scratchpad/whitehacker_pptx/icons/cod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505663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23660" y="5550408"/>
            <a:ext cx="20916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触る言語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423660" y="5751576"/>
            <a:ext cx="21831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72550" y="4709160"/>
            <a:ext cx="2548890" cy="1371600"/>
          </a:xfrm>
          <a:prstGeom prst="roundRect">
            <a:avLst>
              <a:gd name="adj" fmla="val 8000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01150" y="493776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22" name="Image 3" descr="/private/tmp/claude-501/-Users-sugikosuke-Desktop-My-project-idea-------------------/44042f4d-884c-4f0e-8eba-3f36d7c1edcb/scratchpad/whitehacker_pptx/icons/mobil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022" y="5056632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1150" y="5550408"/>
            <a:ext cx="20916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持ち帰り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9201150" y="5751576"/>
            <a:ext cx="21831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パスワード診断ツール(QR)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この授業のいちばん大事な約束 ── 最初に必ず言う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今日教えるのは</a:t>
            </a:r>
            <a:pPr indent="0" marL="0">
              <a:buNone/>
            </a:pPr>
            <a:r>
              <a:rPr lang="en-US" sz="25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“攻撃”の技術</a:t>
            </a:r>
            <a:pPr indent="0" marL="0">
              <a:buNone/>
            </a:pPr>
            <a:r>
              <a:rPr lang="en-US" sz="2500" b="1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。でも目的は</a:t>
            </a:r>
            <a:pPr indent="0" marL="0">
              <a:buNone/>
            </a:pPr>
            <a:r>
              <a:rPr lang="en-US" sz="2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“守る”こと</a:t>
            </a:r>
            <a:pPr indent="0" marL="0">
              <a:buNone/>
            </a:pPr>
            <a:r>
              <a:rPr lang="en-US" sz="2500" b="1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です。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5326380" cy="1417320"/>
          </a:xfrm>
          <a:prstGeom prst="roundRect">
            <a:avLst>
              <a:gd name="adj" fmla="val 7742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10896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7" name="Image 0" descr="/private/tmp/claude-501/-Users-sugikosuke-Desktop-My-project-idea-------------------/44042f4d-884c-4f0e-8eba-3f36d7c1edcb/scratchpad/whitehacker_pptx/icons/shield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22783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081528"/>
            <a:ext cx="4229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ホワイト / ブラックハット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502152"/>
            <a:ext cx="48691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悪いハッカー(ブラックハット)と、人を守るハッカー(ホワイトハッカー)がいる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5060" y="2880360"/>
            <a:ext cx="5326380" cy="1417320"/>
          </a:xfrm>
          <a:prstGeom prst="roundRect">
            <a:avLst>
              <a:gd name="adj" fmla="val 7742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23660" y="310896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12" name="Image 1" descr="/private/tmp/claude-501/-Users-sugikosuke-Desktop-My-project-idea-------------------/44042f4d-884c-4f0e-8eba-3f36d7c1edcb/scratchpad/whitehacker_pptx/icons/medki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322783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63740" y="3081528"/>
            <a:ext cx="4229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医者と同じ論理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23660" y="3502152"/>
            <a:ext cx="48691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病気を治す医者が体の仕組みを知っているように、守る人ほど攻撃を知っている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498848"/>
            <a:ext cx="5326380" cy="1417320"/>
          </a:xfrm>
          <a:prstGeom prst="roundRect">
            <a:avLst>
              <a:gd name="adj" fmla="val 7742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727448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17" name="Image 2" descr="/private/tmp/claude-501/-Users-sugikosuke-Desktop-My-project-idea-------------------/44042f4d-884c-4f0e-8eba-3f36d7c1edcb/scratchpad/whitehacker_pptx/icons/scal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846320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700016"/>
            <a:ext cx="4229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法律のライン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8680" y="5120640"/>
            <a:ext cx="48691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他人のパスワードを勝手に試すのは犯罪。はっきり伝える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95060" y="4498848"/>
            <a:ext cx="5326380" cy="1417320"/>
          </a:xfrm>
          <a:prstGeom prst="roundRect">
            <a:avLst>
              <a:gd name="adj" fmla="val 7742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23660" y="4727448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22" name="Image 3" descr="/private/tmp/claude-501/-Users-sugikosuke-Desktop-My-project-idea-------------------/44042f4d-884c-4f0e-8eba-3f36d7c1edcb/scratchpad/whitehacker_pptx/icons/lo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4846320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63740" y="4700016"/>
            <a:ext cx="4229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安全設計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23660" y="5120640"/>
            <a:ext cx="48691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このツールは本物のパスワードを一切入力しない(長さと文字種だけを見る)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授業のコンセプト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衝撃 → 実験 → 自分ごと の3段構成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高校生に刺さる順に組み立てる。プログラミングを「怖くないもの」として体験させつつ、一生役立つ知識を持ち帰らせる。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83280" cy="3794760"/>
          </a:xfrm>
          <a:prstGeom prst="roundRect">
            <a:avLst>
              <a:gd name="adj" fmla="val 324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154680" y="2423160"/>
            <a:ext cx="594360" cy="59436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8" name="Image 0" descr="/private/tmp/claude-501/-Users-sugikosuke-Desktop-My-project-idea-------------------/44042f4d-884c-4f0e-8eba-3f36d7c1edcb/scratchpad/whitehacker_pptx/icons/bol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2560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衝撃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2926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目の前で「1234」が0.01ミリ秒で破られるのを見せる</a:t>
            </a:r>
            <a:endParaRPr lang="en-US" sz="1300" dirty="0"/>
          </a:p>
        </p:txBody>
      </p:sp>
      <p:pic>
        <p:nvPicPr>
          <p:cNvPr id="11" name="Image 1" descr="/private/tmp/claude-501/-Users-sugikosuke-Desktop-My-project-idea-------------------/44042f4d-884c-4f0e-8eba-3f36d7c1edcb/scratchpad/whitehacker_pptx/icons/arrowrigh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18204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89120" y="2148840"/>
            <a:ext cx="3383280" cy="3794760"/>
          </a:xfrm>
          <a:prstGeom prst="roundRect">
            <a:avLst>
              <a:gd name="adj" fmla="val 324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61772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200" dirty="0"/>
          </a:p>
        </p:txBody>
      </p:sp>
      <p:sp>
        <p:nvSpPr>
          <p:cNvPr id="14" name="Shape 10"/>
          <p:cNvSpPr/>
          <p:nvPr/>
        </p:nvSpPr>
        <p:spPr>
          <a:xfrm>
            <a:off x="6903720" y="2423160"/>
            <a:ext cx="594360" cy="59436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15" name="Image 2" descr="/private/tmp/claude-501/-Users-sugikosuke-Desktop-My-project-idea-------------------/44042f4d-884c-4f0e-8eba-3f36d7c1edcb/scratchpad/whitehacker_pptx/icons/char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5603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617720" y="3840480"/>
            <a:ext cx="2926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数字を書き換え、時間が 秒 → 日 → 年 → 宇宙の年齢 まで跳ね上がるのを自分で確かめる</a:t>
            </a:r>
            <a:endParaRPr lang="en-US" sz="1300" dirty="0"/>
          </a:p>
        </p:txBody>
      </p:sp>
      <p:pic>
        <p:nvPicPr>
          <p:cNvPr id="18" name="Image 3" descr="/private/tmp/claude-501/-Users-sugikosuke-Desktop-My-project-idea-------------------/44042f4d-884c-4f0e-8eba-3f36d7c1edcb/scratchpad/whitehacker_pptx/icons/arrowrigh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3918204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138160" y="2148840"/>
            <a:ext cx="3383280" cy="3794760"/>
          </a:xfrm>
          <a:prstGeom prst="roundRect">
            <a:avLst>
              <a:gd name="adj" fmla="val 324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836676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200" dirty="0"/>
          </a:p>
        </p:txBody>
      </p:sp>
      <p:sp>
        <p:nvSpPr>
          <p:cNvPr id="21" name="Shape 15"/>
          <p:cNvSpPr/>
          <p:nvPr/>
        </p:nvSpPr>
        <p:spPr>
          <a:xfrm>
            <a:off x="10652760" y="2423160"/>
            <a:ext cx="594360" cy="59436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22" name="Image 4" descr="/private/tmp/claude-501/-Users-sugikosuke-Desktop-My-project-idea-------------------/44042f4d-884c-4f0e-8eba-3f36d7c1edcb/scratchpad/whitehacker_pptx/icons/shield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25603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6676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自分ごと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8366760" y="3840480"/>
            <a:ext cx="2926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自分がふだん使う「形」を診断して「やばい」と気づく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使用ツールのしくみ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「パスワード解読タイム計測ツール」 (Google Apps Script + index.html)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ZONE ── 生徒が書き換える2つの数字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LENGTH = </a:t>
            </a:r>
            <a:pPr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パスワードの長さ
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KINDS  = </a:t>
            </a:r>
            <a:pPr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使える文字の種類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計算式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組み合わせ数 = KINDS ^ LENGTH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解読時間 = 組み合わせ数 ÷ 10億(回/秒)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KINDSの目安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4645152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= 数字だけ (0-9)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= 小文字だけ (a-z)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= 英大文字+小文字+数字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= 記号も全部入り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ファイル構成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2148840"/>
            <a:ext cx="457200" cy="45720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14" name="Image 0" descr="/private/tmp/claude-501/-Users-sugikosuke-Desktop-My-project-idea-------------------/44042f4d-884c-4f0e-8eba-3f36d7c1edcb/scratchpad/whitehacker_pptx/icons/cod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225856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49440" y="21214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Code.gs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ウェブアプリの入口。doGet() が index.html を表示するだけ（生徒は触らない）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55080" y="2880360"/>
            <a:ext cx="457200" cy="45720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17" name="Image 1" descr="/private/tmp/claude-501/-Users-sugikosuke-Desktop-My-project-idea-------------------/44042f4d-884c-4f0e-8eba-3f36d7c1edcb/scratchpad/whitehacker_pptx/icons/terminal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990088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49440" y="285292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画面・計算ロジックすべてがここに。生徒は★実験ゾーン★の2数字だけ編集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80760" y="38862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4114800"/>
            <a:ext cx="502920" cy="502920"/>
          </a:xfrm>
          <a:prstGeom prst="ellipse">
            <a:avLst/>
          </a:prstGeom>
          <a:solidFill>
            <a:srgbClr val="FFE4E4"/>
          </a:solidFill>
          <a:ln/>
        </p:spPr>
      </p:sp>
      <p:pic>
        <p:nvPicPr>
          <p:cNvPr id="21" name="Image 2" descr="/private/tmp/claude-501/-Users-sugikosuke-Desktop-My-project-idea-------------------/44042f4d-884c-4f0e-8eba-3f36d7c1edcb/scratchpad/whitehacker_pptx/icons/warn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233672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95160" y="4114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本物のパスワードは入力しない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55080" y="46177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CHECK欄は文字数と文字種だけを見て診断する設計。生徒には aaaa1111 のように「形」だけを入力させ、本物は絶対に入力させない。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タイムテーブル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40分の流れ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83080" y="1691640"/>
            <a:ext cx="0" cy="433425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0-3分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09928" y="1810512"/>
            <a:ext cx="146304" cy="14630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609344"/>
            <a:ext cx="9418320" cy="512064"/>
          </a:xfrm>
          <a:prstGeom prst="roundRect">
            <a:avLst>
              <a:gd name="adj" fmla="val 2142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609344"/>
            <a:ext cx="905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約束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攻撃を学ぶ理由。真剣に。ここでトーンが決まる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3-8分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09928" y="2468880"/>
            <a:ext cx="146304" cy="146304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267712"/>
            <a:ext cx="9418320" cy="512064"/>
          </a:xfrm>
          <a:prstGeom prst="roundRect">
            <a:avLst>
              <a:gd name="adj" fmla="val 2142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2267712"/>
            <a:ext cx="905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掴み：1234を破ってみせる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全員の画面で「4/10」の結果を見せる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287121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8-17分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709928" y="3127248"/>
            <a:ext cx="146304" cy="146304"/>
          </a:xfrm>
          <a:prstGeom prst="ellipse">
            <a:avLst/>
          </a:prstGeom>
          <a:solidFill>
            <a:srgbClr val="FBBF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926080"/>
            <a:ext cx="9418320" cy="512064"/>
          </a:xfrm>
          <a:prstGeom prst="roundRect">
            <a:avLst>
              <a:gd name="adj" fmla="val 2142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31720" y="2926080"/>
            <a:ext cx="905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1：長さの威力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表を埋めさせる。1文字で10倍を体感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2958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17-25分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09928" y="3785616"/>
            <a:ext cx="146304" cy="146304"/>
          </a:xfrm>
          <a:prstGeom prst="ellipse">
            <a:avLst/>
          </a:prstGeom>
          <a:solidFill>
            <a:srgbClr val="FBBF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3584448"/>
            <a:ext cx="9418320" cy="512064"/>
          </a:xfrm>
          <a:prstGeom prst="roundRect">
            <a:avLst>
              <a:gd name="adj" fmla="val 2142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31720" y="3584448"/>
            <a:ext cx="905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2：文字種の威力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「秒→日→年」の跳ね上がりを共有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418795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25-31分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709928" y="4443984"/>
            <a:ext cx="146304" cy="146304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4242816"/>
            <a:ext cx="9418320" cy="512064"/>
          </a:xfrm>
          <a:prstGeom prst="roundRect">
            <a:avLst>
              <a:gd name="adj" fmla="val 2142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331720" y="4242816"/>
            <a:ext cx="905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3：最強を設計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画面が緑になったら歓声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48463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31-37分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709928" y="5102352"/>
            <a:ext cx="146304" cy="146304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4901184"/>
            <a:ext cx="9418320" cy="512064"/>
          </a:xfrm>
          <a:prstGeom prst="roundRect">
            <a:avLst>
              <a:gd name="adj" fmla="val 2142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331720" y="4901184"/>
            <a:ext cx="905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FINAL：自分を診断 → QR配布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「本物は入れない」を再度徹底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55046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37-40分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709928" y="5760720"/>
            <a:ext cx="146304" cy="14630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5559552"/>
            <a:ext cx="9418320" cy="512064"/>
          </a:xfrm>
          <a:prstGeom prst="roundRect">
            <a:avLst>
              <a:gd name="adj" fmla="val 2142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331720" y="5559552"/>
            <a:ext cx="905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まとめ・学科紹介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3行で締める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3〜8分 ── 掴み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目の前で暗証番号「1234」を破ってみせる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035040" cy="4343400"/>
          </a:xfrm>
          <a:prstGeom prst="roundRect">
            <a:avLst>
              <a:gd name="adj" fmla="val 2526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── 総当たり攻撃で全部試す時間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4 / KINDS 10 (数字4桁)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ミリ秒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瞬きするより速く、全部試せる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212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組み合わせ：10,000通り (10⁴)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1737360"/>
            <a:ext cx="4617720" cy="4343400"/>
          </a:xfrm>
          <a:prstGeom prst="roundRect">
            <a:avLst>
              <a:gd name="adj" fmla="val 2526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2011680"/>
            <a:ext cx="548640" cy="54864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13" name="Image 0" descr="/private/tmp/claude-501/-Users-sugikosuke-Desktop-My-project-idea-------------------/44042f4d-884c-4f0e-8eba-3f36d7c1edcb/scratchpad/whitehacker_pptx/icons/mobil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139696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0" y="2057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なぜ怖いのか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78040" y="27432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あなたのスマホの暗証番号「4桁の数字」、コンピュータなら瞬きするより速く全部試せます。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178040" y="3977640"/>
            <a:ext cx="4069080" cy="0"/>
          </a:xfrm>
          <a:prstGeom prst="line">
            <a:avLst/>
          </a:prstGeom>
          <a:noFill/>
          <a:ln w="12700">
            <a:solidFill>
              <a:srgbClr val="1F2B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420624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「ちょっと怖くなってきましたね。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じゃあ、どうすれば守れるか、実験しましょう。」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8〜17分 ── MISSION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長さの威力を暴け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KINDS=10（数字だけ）に固定し、LENGTHだけを変える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77340" y="4617720"/>
            <a:ext cx="640080" cy="548640"/>
          </a:xfrm>
          <a:prstGeom prst="roundRect">
            <a:avLst>
              <a:gd name="adj" fmla="val 10000"/>
            </a:avLst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257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0.01ミリ秒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1031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6260" y="4069080"/>
            <a:ext cx="640080" cy="1097280"/>
          </a:xfrm>
          <a:prstGeom prst="roundRect">
            <a:avLst>
              <a:gd name="adj" fmla="val 8571"/>
            </a:avLst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5257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1ミリ秒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1031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55180" y="3246120"/>
            <a:ext cx="640080" cy="1920240"/>
          </a:xfrm>
          <a:prstGeom prst="roundRect">
            <a:avLst>
              <a:gd name="adj" fmla="val 8571"/>
            </a:avLst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5257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100ミリ秒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06840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21031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44100" y="2423160"/>
            <a:ext cx="640080" cy="2743200"/>
          </a:xfrm>
          <a:prstGeom prst="roundRect">
            <a:avLst>
              <a:gd name="adj" fmla="val 8571"/>
            </a:avLst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5257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pic>
        <p:nvPicPr>
          <p:cNvPr id="22" name="Image 0" descr="/private/tmp/claude-501/-Users-sugikosuke-Desktop-My-project-idea-------------------/44042f4d-884c-4f0e-8eba-3f36d7c1edcb/scratchpad/whitehacker_pptx/icons/bol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88736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17320" y="58064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1文字増えるごとに、時間は約10倍。</a:t>
            </a:r>
            <a:pPr indent="0" marL="0">
              <a:buNone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4→8で「たった4文字」増やしただけで1万倍。パスワードは複雑にするより、まず長くするのが効く。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17〜25分 ── MISSION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文字の種類の威力を暴け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LENGTH=8に固定し、KINDS（使える文字の種類）を変える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数字だけ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196596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862072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286207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小文字だけ (a-z)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862072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約3.5分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758184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758184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3758184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英大文字＋小文字＋数字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37581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約2.5日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654296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654296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20240" y="465429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記号も全部入り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465429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約77日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0" y="465429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記号1種類でここまで伸びる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pic>
        <p:nvPicPr>
          <p:cNvPr id="23" name="Image 0" descr="/private/tmp/claude-501/-Users-sugikosuke-Desktop-My-project-idea-------------------/44042f4d-884c-4f0e-8eba-3f36d7c1edcb/scratchpad/whitehacker_pptx/icons/bol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88736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17320" y="58064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種類より、長さのほうが効く。</a:t>
            </a:r>
            <a:pPr indent="0" marL="0">
              <a:buNone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「!」を1個足すより、単語をもう1つ繋げるほうが強い。しかも覚えやすい。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25〜31分 ── MISSION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最強のパスワードを設計せよ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「破られるまで100年以上」になる組み合わせを、短く・覚えやすく探す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= 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KINDS  = 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pPr indent="0" marL="0">
              <a:buNone/>
            </a:pPr>
            <a:r>
              <a:rPr lang="en-US" sz="120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(英大文字+小文字+数字)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703320"/>
            <a:ext cx="4480560" cy="0"/>
          </a:xfrm>
          <a:prstGeom prst="line">
            <a:avLst/>
          </a:prstGeom>
          <a:noFill/>
          <a:ln w="12700">
            <a:solidFill>
              <a:srgbClr val="1F2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約 10万年</a:t>
            </a:r>
            <a:endParaRPr lang="en-US" sz="4000" dirty="0"/>
          </a:p>
        </p:txBody>
      </p:sp>
      <p:pic>
        <p:nvPicPr>
          <p:cNvPr id="12" name="Image 0" descr="/private/tmp/claude-501/-Users-sugikosuke-Desktop-My-project-idea-------------------/44042f4d-884c-4f0e-8eba-3f36d7c1edcb/scratchpad/whitehacker_pptx/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2064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5138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画面が緑＝100年以上。合格ライン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89320" y="2011680"/>
            <a:ext cx="5532120" cy="4023360"/>
          </a:xfrm>
          <a:prstGeom prst="roundRect">
            <a:avLst>
              <a:gd name="adj" fmla="val 2727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224028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16" name="Image 1" descr="/private/tmp/claude-501/-Users-sugikosuke-Desktop-My-project-idea-------------------/44042f4d-884c-4f0e-8eba-3f36d7c1edcb/scratchpad/whitehacker_pptx/icons/flag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359152"/>
            <a:ext cx="265176" cy="2651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03720" y="2286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競わせるポイント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63640" y="2926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できるだけ短く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覚えやすく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それでも100年以上安全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63640" y="4251960"/>
            <a:ext cx="4983480" cy="0"/>
          </a:xfrm>
          <a:prstGeom prst="line">
            <a:avLst/>
          </a:prstGeom>
          <a:noFill/>
          <a:ln w="12700">
            <a:solidFill>
              <a:srgbClr val="1F2B3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63640" y="44805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7D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画面が緑になったら歓声。1〜5名でも4〜5名でも「チーム対抗・最強パスワード選手権」として盛り上がる場面。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31〜37分 ──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自分を守れ（型だけ診断）＋ QR持ち帰り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4480560"/>
          </a:xfrm>
          <a:prstGeom prst="roundRect">
            <a:avLst>
              <a:gd name="adj" fmla="val 244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── ふだん使いがちな「形」を診断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「birthday1」みたいな「よくある形」を、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「aaaaaaaa9」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のように置き換えて入力する。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pic>
        <p:nvPicPr>
          <p:cNvPr id="8" name="Image 0" descr="/private/tmp/claude-501/-Users-sugikosuke-Desktop-My-project-idea-------------------/44042f4d-884c-4f0e-8eba-3f36d7c1edcb/scratchpad/whitehacker_pptx/icons/warn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015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34015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本物のパスワードは絶対に入力しない！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「誕生日＋1」みたいなの、使ってる人?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形だけ入れてみて。……何秒って出た？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今日から変えられるよね。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5623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あなたのパスワード、何秒で破られましたか？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178040" y="1691640"/>
            <a:ext cx="4343400" cy="4480560"/>
          </a:xfrm>
          <a:prstGeom prst="roundRect">
            <a:avLst>
              <a:gd name="adj" fmla="val 2526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52360" y="1965960"/>
            <a:ext cx="594360" cy="59436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14" name="Image 1" descr="/private/tmp/claude-501/-Users-sugikosuke-Desktop-My-project-idea-------------------/44042f4d-884c-4f0e-8eba-3f36d7c1edcb/scratchpad/whitehacker_pptx/icons/qrcod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697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QRコードでツールを持ち帰る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452360" y="34290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D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デプロイ → QR → 自分のスマホに診断ツールを持ち帰らせる。授業後も家族や友人に見せられる「実用知識のお土産」。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452360" y="5029200"/>
            <a:ext cx="3794760" cy="0"/>
          </a:xfrm>
          <a:prstGeom prst="line">
            <a:avLst/>
          </a:prstGeom>
          <a:noFill/>
          <a:ln w="12700">
            <a:solidFill>
              <a:srgbClr val="1F2B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52360" y="52578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「本物は入れない」を、ここでもう一度徹底する。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37〜40分 ── 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今日わかったこと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13760" cy="3200400"/>
          </a:xfrm>
          <a:prstGeom prst="roundRect">
            <a:avLst>
              <a:gd name="adj" fmla="val 3429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30880" y="210312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7" name="Image 0" descr="/private/tmp/claude-501/-Users-sugikosuke-Desktop-My-project-idea-------------------/44042f4d-884c-4f0e-8eba-3f36d7c1edcb/scratchpad/whitehacker_pptx/icons/cha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9752" y="222199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788920"/>
            <a:ext cx="295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パスワードは長さがいちばん効く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295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1文字増えるごとに解読時間は約10倍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3880" y="1874520"/>
            <a:ext cx="3413760" cy="3200400"/>
          </a:xfrm>
          <a:prstGeom prst="roundRect">
            <a:avLst>
              <a:gd name="adj" fmla="val 3429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248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964680" y="210312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13" name="Image 1" descr="/private/tmp/claude-501/-Users-sugikosuke-Desktop-My-project-idea-------------------/44042f4d-884c-4f0e-8eba-3f36d7c1edcb/scratchpad/whitehacker_pptx/icons/key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552" y="222199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2480" y="2788920"/>
            <a:ext cx="295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記号を混ぜると桁違いに強くなる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02480" y="3840480"/>
            <a:ext cx="295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ただし種類より長さのほうが効果は大きい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07680" y="1874520"/>
            <a:ext cx="3413760" cy="3200400"/>
          </a:xfrm>
          <a:prstGeom prst="roundRect">
            <a:avLst>
              <a:gd name="adj" fmla="val 3429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3628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0698480" y="2103120"/>
            <a:ext cx="502920" cy="502920"/>
          </a:xfrm>
          <a:prstGeom prst="ellipse">
            <a:avLst/>
          </a:prstGeom>
          <a:solidFill>
            <a:srgbClr val="1F2B3A"/>
          </a:solidFill>
          <a:ln/>
        </p:spPr>
      </p:sp>
      <p:pic>
        <p:nvPicPr>
          <p:cNvPr id="19" name="Image 2" descr="/private/tmp/claude-501/-Users-sugikosuke-Desktop-My-project-idea-------------------/44042f4d-884c-4f0e-8eba-3f36d7c1edcb/scratchpad/whitehacker_pptx/icons/shield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222199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36280" y="2788920"/>
            <a:ext cx="295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攻撃を知る人だけが、ちゃんと守れる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336280" y="3840480"/>
            <a:ext cx="295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これがホワイトハッカー（セキュリティエンジニア）の仕事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11823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あなたは今日、</a:t>
            </a:r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世界中の人を守る側の技術</a:t>
            </a:r>
            <a:pPr indent="0" marL="0">
              <a:buNone/>
            </a:pPr>
            <a:r>
              <a:rPr lang="en-US" sz="16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を、ひとつ手に入れました。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補足：なぜこの題材が高校生に効くか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体験授業の設計意図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94360" cy="59436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6" name="Image 0" descr="/private/tmp/claude-501/-Users-sugikosuke-Desktop-My-project-idea-------------------/44042f4d-884c-4f0e-8eba-3f36d7c1edcb/scratchpad/whitehacker_pptx/icons/mobil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自分ごと化しやすい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25856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全員が持つ「自分のスマホ」という具体物と直結する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74520"/>
            <a:ext cx="594360" cy="59436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11" name="Image 1" descr="/private/tmp/claude-501/-Users-sugikosuke-Desktop-My-project-idea-------------------/44042f4d-884c-4f0e-8eba-3f36d7c1edcb/scratchpad/whitehacker_pptx/icons/flag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達成感が強い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25856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「怖い → 自分で解決できた」の落差が大きい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42900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703320"/>
            <a:ext cx="594360" cy="59436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16" name="Image 2" descr="/private/tmp/claude-501/-Users-sugikosuke-Desktop-My-project-idea-------------------/44042f4d-884c-4f0e-8eba-3f36d7c1edcb/scratchpad/whitehacker_pptx/icons/users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8404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6850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保護者に説明しやすい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08736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一生使える実用知識。体験授業の満足度＝口コミに直結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42900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703320"/>
            <a:ext cx="594360" cy="59436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21" name="Image 3" descr="/private/tmp/claude-501/-Users-sugikosuke-Desktop-My-project-idea-------------------/44042f4d-884c-4f0e-8eba-3f36d7c1edcb/scratchpad/whitehacker_pptx/icons/scale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8404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6850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学科の違いが伝わる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408736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ITビジネス学科のSNS/Web系とは完全に別領域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794A3">
                <a:alpha val="18000"/>
              </a:srgbClr>
            </a:outerShdw>
          </a:effectLst>
        </p:spPr>
      </p:sp>
      <p:pic>
        <p:nvPicPr>
          <p:cNvPr id="25" name="Image 4" descr="/private/tmp/claude-501/-Users-sugikosuke-Desktop-My-project-idea-------------------/44042f4d-884c-4f0e-8eba-3f36d7c1edcb/scratchpad/whitehacker_pptx/icons/gradcap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59552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1640" y="5349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こういう「仕組みの裏側で人を守る仕事」がしたい人は、</a:t>
            </a:r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ITソリューション学科</a:t>
            </a:r>
            <a:pPr indent="0" marL="0">
              <a:buNone/>
            </a:pPr>
            <a:r>
              <a:rPr lang="en-US" sz="15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が待っています。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111823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280160"/>
            <a:ext cx="914400" cy="914400"/>
          </a:xfrm>
          <a:prstGeom prst="ellipse">
            <a:avLst/>
          </a:prstGeom>
          <a:solidFill>
            <a:srgbClr val="111823"/>
          </a:solidFill>
          <a:ln/>
        </p:spPr>
      </p:sp>
      <p:pic>
        <p:nvPicPr>
          <p:cNvPr id="4" name="Image 0" descr="/private/tmp/claude-501/-Users-sugikosuke-Desktop-My-project-idea-------------------/44042f4d-884c-4f0e-8eba-3f36d7c1edcb/scratchpad/whitehacker_pptx/icons/shield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4813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4688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ホワイトハッカー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守る人ほど、攻撃を知っている。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D8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体験授業② 職種紹介プログラム ／ ITソリューション学科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2026-07-31T05:04:03Z</dcterms:created>
  <dcterms:modified xsi:type="dcterms:W3CDTF">2026-07-31T05:04:03Z</dcterms:modified>
</cp:coreProperties>
</file>