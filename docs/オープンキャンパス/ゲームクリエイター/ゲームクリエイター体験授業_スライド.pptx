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5623560"/>
            <a:ext cx="365760" cy="365760"/>
          </a:xfrm>
          <a:prstGeom prst="rect">
            <a:avLst/>
          </a:prstGeom>
          <a:solidFill>
            <a:srgbClr val="FF5D5D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394960"/>
            <a:ext cx="365760" cy="594360"/>
          </a:xfrm>
          <a:prstGeom prst="rect">
            <a:avLst/>
          </a:prstGeom>
          <a:solidFill>
            <a:srgbClr val="FF5D5D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50749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FFC85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0" y="5486400"/>
            <a:ext cx="64008" cy="6400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5257800"/>
            <a:ext cx="54864" cy="5486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9098280" y="4937760"/>
            <a:ext cx="54864" cy="5486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9418320" y="5120640"/>
            <a:ext cx="64008" cy="6400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0" name="Image 0" descr="/private/tmp/claude-501/-Users-sugikosuke-Desktop-My-project-idea--------------------/ecf5b615-b7d0-43eb-aa37-f31d47aca222/scratchpad/pptx-build/icons/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5029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体験授業 40分　|　高校2・3年生対象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1371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ゲームクリエイター体験</a:t>
            </a:r>
            <a:endParaRPr lang="en-US" sz="5400" dirty="0"/>
          </a:p>
        </p:txBody>
      </p:sp>
      <p:sp>
        <p:nvSpPr>
          <p:cNvPr id="13" name="Shape 10"/>
          <p:cNvSpPr/>
          <p:nvPr/>
        </p:nvSpPr>
        <p:spPr>
          <a:xfrm>
            <a:off x="640080" y="2880360"/>
            <a:ext cx="9509760" cy="1280160"/>
          </a:xfrm>
          <a:prstGeom prst="roundRect">
            <a:avLst>
              <a:gd name="adj" fmla="val 8571"/>
            </a:avLst>
          </a:prstGeom>
          <a:solidFill>
            <a:srgbClr val="2A2F55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880360"/>
            <a:ext cx="896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“クソゲー”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、あなたなら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面白くできる？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58368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数字を1つ変えるだけで、あなたの手でゲームは生まれ変わる。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4" name="Image 0" descr="/private/tmp/claude-501/-Users-sugikosuke-Desktop-My-project-idea--------------------/ecf5b615-b7d0-43eb-aa37-f31d47aca222/scratchpad/pptx-build/icons/sk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95051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まずは、遊んでみよう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4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スペースキーでジャンプ。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それだけのシンプルなゲームです。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2A2F5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0632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数秒で、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全員が死にます。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9FA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（跳べないので、物理的にクリア不可能）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892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これ、実は </a:t>
            </a:r>
            <a:pPr indent="0" marL="0">
              <a:buNone/>
            </a:pPr>
            <a:r>
              <a:rPr lang="en-US" sz="15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わざと</a:t>
            </a:r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です。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212080" cy="4023360"/>
          </a:xfrm>
          <a:prstGeom prst="roundRect">
            <a:avLst>
              <a:gd name="adj" fmla="val 3182"/>
            </a:avLst>
          </a:prstGeom>
          <a:solidFill>
            <a:srgbClr val="87CEEB"/>
          </a:solidFill>
          <a:ln/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4892040"/>
            <a:ext cx="5212080" cy="91440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2" name="Shape 9"/>
          <p:cNvSpPr/>
          <p:nvPr/>
        </p:nvSpPr>
        <p:spPr>
          <a:xfrm>
            <a:off x="9176004" y="4389120"/>
            <a:ext cx="457200" cy="502920"/>
          </a:xfrm>
          <a:prstGeom prst="rect">
            <a:avLst/>
          </a:prstGeom>
          <a:solidFill>
            <a:srgbClr val="5B4636"/>
          </a:solidFill>
          <a:ln/>
        </p:spPr>
      </p:sp>
      <p:sp>
        <p:nvSpPr>
          <p:cNvPr id="13" name="Shape 10"/>
          <p:cNvSpPr/>
          <p:nvPr/>
        </p:nvSpPr>
        <p:spPr>
          <a:xfrm>
            <a:off x="7456018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299655" y="4325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🐄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6537960" y="20116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B1F3B">
              <a:alpha val="8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0000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4" name="Image 0" descr="/private/tmp/claude-501/-Users-sugikosuke-Desktop-My-project-idea--------------------/ecf5b615-b7d0-43eb-aa37-f31d47aca222/scratchpad/pptx-build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95051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“数字”を変えるだけで、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神ゲームにもクソゲームにもなる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ゲームって、絵やストーリーで面白くなってると思うでしょ。違います。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その数字を決めているのが、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の仕事です。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5074920" cy="2743200"/>
          </a:xfrm>
          <a:prstGeom prst="roundRect">
            <a:avLst>
              <a:gd name="adj" fmla="val 4667"/>
            </a:avLst>
          </a:prstGeom>
          <a:solidFill>
            <a:srgbClr val="2A2F5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91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A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JUMP_POWER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跳べない。数秒で終了。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212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5D5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5212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クソゲー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3017520"/>
            <a:ext cx="5074920" cy="2743200"/>
          </a:xfrm>
          <a:prstGeom prst="roundRect">
            <a:avLst>
              <a:gd name="adj" fmla="val 466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228600" dist="101600" dir="5400000">
              <a:srgbClr val="1B1F3B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291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JUMP_POWER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3566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7200" dirty="0"/>
          </a:p>
        </p:txBody>
      </p:sp>
      <p:sp>
        <p:nvSpPr>
          <p:cNvPr id="16" name="Text 13"/>
          <p:cNvSpPr/>
          <p:nvPr/>
        </p:nvSpPr>
        <p:spPr>
          <a:xfrm>
            <a:off x="6309360" y="48006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ちょうどいい。もう1回、と言いたくなる。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0" y="52120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52120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神ゲー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4" name="Image 0" descr="/private/tmp/claude-501/-Users-sugikosuke-Desktop-My-project-idea--------------------/ecf5b615-b7d0-43eb-aa37-f31d47aca222/scratchpad/pptx-build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95051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今日の流れ（40分）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960120" y="3794760"/>
            <a:ext cx="10268712" cy="0"/>
          </a:xfrm>
          <a:prstGeom prst="line">
            <a:avLst/>
          </a:prstGeom>
          <a:noFill/>
          <a:ln w="38100">
            <a:solidFill>
              <a:srgbClr val="E4E6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9239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5D5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9239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D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3479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0-4分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2039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クソゲーを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7638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B70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7638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0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291878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4-9分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200438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環境を開く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16037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8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16037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850277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9-18分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58837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バランス調整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74436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8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74436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08676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18-25分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17236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絵文字・色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32835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8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32835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67075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25-33分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75635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必殺技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891234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DD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91234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525474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33-38分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434034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デプロイ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対決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449633" y="3474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B709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449633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0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0083873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38-40分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992433" y="42519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0080" y="525780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2A2F55"/>
          </a:solidFill>
          <a:ln/>
        </p:spPr>
      </p:sp>
      <p:sp>
        <p:nvSpPr>
          <p:cNvPr id="36" name="Text 33"/>
          <p:cNvSpPr/>
          <p:nvPr/>
        </p:nvSpPr>
        <p:spPr>
          <a:xfrm>
            <a:off x="914400" y="525780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1〜3</a:t>
            </a:r>
            <a:pPr indent="0" marL="0">
              <a:buNone/>
            </a:pPr>
            <a:r>
              <a:rPr lang="en-US" sz="15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が今日のメイン。ここで、あなただけのゲームを作ります。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1 / レベルデザイン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12" dirty="0"/>
          </a:p>
        </p:txBody>
      </p:sp>
      <p:sp>
        <p:nvSpPr>
          <p:cNvPr id="5" name="Text 3"/>
          <p:cNvSpPr/>
          <p:nvPr/>
        </p:nvSpPr>
        <p:spPr>
          <a:xfrm>
            <a:off x="14173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ゲームバランスを整えろ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今の設定は、絶対にクリアできないバランス。数字を変えて「ちょうどいい難しさ」を探そう。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521458" cy="283464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60320"/>
            <a:ext cx="21922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246120"/>
            <a:ext cx="219227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4672" y="4251960"/>
            <a:ext cx="21922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大きいほど速い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35858" y="2331720"/>
            <a:ext cx="2521458" cy="283464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12" name="Text 10"/>
          <p:cNvSpPr/>
          <p:nvPr/>
        </p:nvSpPr>
        <p:spPr>
          <a:xfrm>
            <a:off x="3600450" y="2560320"/>
            <a:ext cx="21922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GRAVITY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0450" y="3246120"/>
            <a:ext cx="219227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00450" y="4251960"/>
            <a:ext cx="21922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大きいほど体が重い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2331720"/>
            <a:ext cx="2521458" cy="283464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16" name="Text 14"/>
          <p:cNvSpPr/>
          <p:nvPr/>
        </p:nvSpPr>
        <p:spPr>
          <a:xfrm>
            <a:off x="6396228" y="2560320"/>
            <a:ext cx="21922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JUMP_POWER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6228" y="3246120"/>
            <a:ext cx="219227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96228" y="4251960"/>
            <a:ext cx="21922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大きいほど高く跳ぶ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7414" y="2331720"/>
            <a:ext cx="2521458" cy="283464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20" name="Text 18"/>
          <p:cNvSpPr/>
          <p:nvPr/>
        </p:nvSpPr>
        <p:spPr>
          <a:xfrm>
            <a:off x="9192006" y="2560320"/>
            <a:ext cx="219227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OBSTACLE_INTERVAL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92006" y="3246120"/>
            <a:ext cx="219227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192006" y="4251960"/>
            <a:ext cx="219227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小さいほど障害物が連発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ゴール：</a:t>
            </a:r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友達が「もう1回！」と言うバランスを見つける。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2 / アートディレクション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12" dirty="0"/>
          </a:p>
        </p:txBody>
      </p:sp>
      <p:sp>
        <p:nvSpPr>
          <p:cNvPr id="5" name="Text 3"/>
          <p:cNvSpPr/>
          <p:nvPr/>
        </p:nvSpPr>
        <p:spPr>
          <a:xfrm>
            <a:off x="14173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自分だけのゲームにしろ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絵文字と色を、好きなものに変えよう。あか牛じゃなくていい。あなたのゲームです。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6035040" cy="3566160"/>
          </a:xfrm>
          <a:prstGeom prst="roundRect">
            <a:avLst>
              <a:gd name="adj" fmla="val 3077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GAME_TITLE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"阿蘇あか牛ラン"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"🐄"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OBSTACLE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"🪨"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"🌟"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SKY_COLOR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"#87CEEB"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166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GROUND_COLOR</a:t>
            </a:r>
            <a:pPr indent="0" marL="0">
              <a:buNone/>
            </a:pPr>
            <a:r>
              <a:rPr lang="en-US" sz="1400" b="1" dirty="0">
                <a:solidFill>
                  <a:srgbClr val="6B70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</a:t>
            </a:r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"#7CB342"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331720"/>
            <a:ext cx="4599432" cy="1691640"/>
          </a:xfrm>
          <a:prstGeom prst="roundRect">
            <a:avLst>
              <a:gd name="adj" fmla="val 6486"/>
            </a:avLst>
          </a:prstGeom>
          <a:solidFill>
            <a:srgbClr val="2A2F55"/>
          </a:solidFill>
          <a:ln/>
        </p:spPr>
      </p:sp>
      <p:pic>
        <p:nvPicPr>
          <p:cNvPr id="15" name="Image 0" descr="/private/tmp/claude-501/-Users-sugikosuke-Desktop-My-project-idea--------------------/ecf5b615-b7d0-43eb-aa37-f31d47aca222/scratchpad/pptx-build/icons/pale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587752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320040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絵文字ピッカー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23760" y="3520440"/>
            <a:ext cx="405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Windowsキー + . （ピリオド）で呼び出せる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0" y="4206240"/>
            <a:ext cx="4599432" cy="1691640"/>
          </a:xfrm>
          <a:prstGeom prst="roundRect">
            <a:avLst>
              <a:gd name="adj" fmla="val 6486"/>
            </a:avLst>
          </a:prstGeom>
          <a:solidFill>
            <a:srgbClr val="2A2F55"/>
          </a:solidFill>
          <a:ln/>
        </p:spPr>
      </p:sp>
      <p:sp>
        <p:nvSpPr>
          <p:cNvPr id="19" name="Text 16"/>
          <p:cNvSpPr/>
          <p:nvPr/>
        </p:nvSpPr>
        <p:spPr>
          <a:xfrm>
            <a:off x="722376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223760" y="4983480"/>
            <a:ext cx="4050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カラーコード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223760" y="5303520"/>
            <a:ext cx="4050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6ケタの英数字。「カラーコード ジェネレーター」で検索してもOK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3 / 機能実装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12" dirty="0"/>
          </a:p>
        </p:txBody>
      </p:sp>
      <p:sp>
        <p:nvSpPr>
          <p:cNvPr id="5" name="Text 3"/>
          <p:cNvSpPr/>
          <p:nvPr/>
        </p:nvSpPr>
        <p:spPr>
          <a:xfrm>
            <a:off x="14173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必殺技を実装しろ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コードをコピーして、指定の場所（★HOOK★）に貼りつける。好きなだけ組み合わせてOK。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2A2F55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51760"/>
            <a:ext cx="594360" cy="5943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9" name="Image 0" descr="/private/tmp/claude-501/-Users-sugikosuke-Desktop-My-project-idea--------------------/ecf5b615-b7d0-43eb-aa37-f31d47aca222/scratchpad/pptx-build/icons/arr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80720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429000"/>
            <a:ext cx="2874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二段ジャンプ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4005072"/>
            <a:ext cx="2874264" cy="347472"/>
          </a:xfrm>
          <a:prstGeom prst="roundRect">
            <a:avLst>
              <a:gd name="adj" fmla="val 15789"/>
            </a:avLst>
          </a:prstGeom>
          <a:solidFill>
            <a:srgbClr val="1B1F3B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005072"/>
            <a:ext cx="2874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★HOOK-JUMP★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4526280"/>
            <a:ext cx="2874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空中でもう一度跳べるようになる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83024" y="237744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2A2F55"/>
          </a:solidFill>
          <a:ln/>
        </p:spPr>
      </p:sp>
      <p:sp>
        <p:nvSpPr>
          <p:cNvPr id="15" name="Shape 12"/>
          <p:cNvSpPr/>
          <p:nvPr/>
        </p:nvSpPr>
        <p:spPr>
          <a:xfrm>
            <a:off x="4657344" y="2651760"/>
            <a:ext cx="594360" cy="5943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16" name="Image 1" descr="/private/tmp/claude-501/-Users-sugikosuke-Desktop-My-project-idea--------------------/ecf5b615-b7d0-43eb-aa37-f31d47aca222/scratchpad/pptx-build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792" y="280720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7344" y="3429000"/>
            <a:ext cx="2874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だんだん速くなる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657344" y="4005072"/>
            <a:ext cx="2874264" cy="347472"/>
          </a:xfrm>
          <a:prstGeom prst="roundRect">
            <a:avLst>
              <a:gd name="adj" fmla="val 15789"/>
            </a:avLst>
          </a:prstGeom>
          <a:solidFill>
            <a:srgbClr val="1B1F3B"/>
          </a:solidFill>
          <a:ln/>
        </p:spPr>
      </p:sp>
      <p:sp>
        <p:nvSpPr>
          <p:cNvPr id="19" name="Text 15"/>
          <p:cNvSpPr/>
          <p:nvPr/>
        </p:nvSpPr>
        <p:spPr>
          <a:xfrm>
            <a:off x="4657344" y="4005072"/>
            <a:ext cx="2874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★HOOK-FRAME★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57344" y="4526280"/>
            <a:ext cx="2874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時間経過でスピードが上昇し、盛り上がる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25968" y="2377440"/>
            <a:ext cx="3422904" cy="3200400"/>
          </a:xfrm>
          <a:prstGeom prst="roundRect">
            <a:avLst>
              <a:gd name="adj" fmla="val 3429"/>
            </a:avLst>
          </a:prstGeom>
          <a:solidFill>
            <a:srgbClr val="2A2F55"/>
          </a:solidFill>
          <a:ln/>
        </p:spPr>
      </p:sp>
      <p:sp>
        <p:nvSpPr>
          <p:cNvPr id="22" name="Shape 18"/>
          <p:cNvSpPr/>
          <p:nvPr/>
        </p:nvSpPr>
        <p:spPr>
          <a:xfrm>
            <a:off x="8400288" y="2651760"/>
            <a:ext cx="594360" cy="594360"/>
          </a:xfrm>
          <a:prstGeom prst="ellipse">
            <a:avLst/>
          </a:prstGeom>
          <a:solidFill>
            <a:srgbClr val="FFC857"/>
          </a:solidFill>
          <a:ln/>
        </p:spPr>
      </p:sp>
      <p:pic>
        <p:nvPicPr>
          <p:cNvPr id="23" name="Image 2" descr="/private/tmp/claude-501/-Users-sugikosuke-Desktop-My-project-idea--------------------/ecf5b615-b7d0-43eb-aa37-f31d47aca222/scratchpad/pptx-build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07208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00288" y="3429000"/>
            <a:ext cx="2874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ラッキーアイテム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8400288" y="4005072"/>
            <a:ext cx="2874264" cy="347472"/>
          </a:xfrm>
          <a:prstGeom prst="roundRect">
            <a:avLst>
              <a:gd name="adj" fmla="val 15789"/>
            </a:avLst>
          </a:prstGeom>
          <a:solidFill>
            <a:srgbClr val="1B1F3B"/>
          </a:solidFill>
          <a:ln/>
        </p:spPr>
      </p:sp>
      <p:sp>
        <p:nvSpPr>
          <p:cNvPr id="26" name="Text 21"/>
          <p:cNvSpPr/>
          <p:nvPr/>
        </p:nvSpPr>
        <p:spPr>
          <a:xfrm>
            <a:off x="8400288" y="4005072"/>
            <a:ext cx="2874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★HOOK-FRAME★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00288" y="4526280"/>
            <a:ext cx="28742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取ると+300点。出現頻度も自由に調整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/ リリース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4" name="Image 0" descr="/private/tmp/claude-501/-Users-sugikosuke-Desktop-My-project-idea--------------------/ecf5b615-b7d0-43eb-aa37-f31d47aca222/scratchpad/pptx-build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95051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世界に公開しろ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521458" cy="265176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1" descr="/private/tmp/claude-501/-Users-sugikosuke-Desktop-My-project-idea--------------------/ecf5b615-b7d0-43eb-aa37-f31d47aca222/scratchpad/pptx-build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9" y="2651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3291840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デプロイ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" y="3749040"/>
            <a:ext cx="21922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「新しいデプロイ」→ ウェブアプリ／全員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35858" y="1965960"/>
            <a:ext cx="2521458" cy="265176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12" name="Text 8"/>
          <p:cNvSpPr/>
          <p:nvPr/>
        </p:nvSpPr>
        <p:spPr>
          <a:xfrm>
            <a:off x="3618738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/private/tmp/claude-501/-Users-sugikosuke-Desktop-My-project-idea--------------------/ecf5b615-b7d0-43eb-aa37-f31d47aca222/scratchpad/pptx-build/icons/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27" y="2651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00450" y="3291840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QRコード化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00450" y="3749040"/>
            <a:ext cx="21922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アドレスバーを右クリック →「QRコードを作成」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31636" y="1965960"/>
            <a:ext cx="2521458" cy="2651760"/>
          </a:xfrm>
          <a:prstGeom prst="roundRect">
            <a:avLst>
              <a:gd name="adj" fmla="val 4352"/>
            </a:avLst>
          </a:prstGeom>
          <a:solidFill>
            <a:srgbClr val="2A2F55"/>
          </a:solidFill>
          <a:ln/>
        </p:spPr>
      </p:sp>
      <p:sp>
        <p:nvSpPr>
          <p:cNvPr id="17" name="Text 12"/>
          <p:cNvSpPr/>
          <p:nvPr/>
        </p:nvSpPr>
        <p:spPr>
          <a:xfrm>
            <a:off x="6414516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pic>
        <p:nvPicPr>
          <p:cNvPr id="18" name="Image 3" descr="/private/tmp/claude-501/-Users-sugikosuke-Desktop-My-project-idea--------------------/ecf5b615-b7d0-43eb-aa37-f31d47aca222/scratchpad/pptx-build/icons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905" y="26517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96228" y="3291840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スマホで起動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396228" y="3749040"/>
            <a:ext cx="21922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自分のゲームが、自分のスマホで動く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27414" y="1965960"/>
            <a:ext cx="2521458" cy="2651760"/>
          </a:xfrm>
          <a:prstGeom prst="roundRect">
            <a:avLst>
              <a:gd name="adj" fmla="val 4352"/>
            </a:avLst>
          </a:prstGeom>
          <a:solidFill>
            <a:srgbClr val="1B1F3B"/>
          </a:solidFill>
          <a:ln/>
        </p:spPr>
      </p:sp>
      <p:sp>
        <p:nvSpPr>
          <p:cNvPr id="22" name="Text 16"/>
          <p:cNvSpPr/>
          <p:nvPr/>
        </p:nvSpPr>
        <p:spPr>
          <a:xfrm>
            <a:off x="9210294" y="213055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pic>
        <p:nvPicPr>
          <p:cNvPr id="23" name="Image 4" descr="/private/tmp/claude-501/-Users-sugikosuke-Desktop-My-project-idea--------------------/ecf5b615-b7d0-43eb-aa37-f31d47aca222/scratchpad/pptx-build/icons/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683" y="265176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92006" y="3291840"/>
            <a:ext cx="21922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ハイスコア対決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192006" y="3749040"/>
            <a:ext cx="219227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スマホを交換して、みんなで対決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FFF7E1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5074920"/>
            <a:ext cx="10360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今、あなたが作ったゲームのURLは、</a:t>
            </a:r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世界中の誰でも開けます。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64008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ゲームクリエイター体験授業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今日、あなたがやったこと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21458" cy="2286000"/>
          </a:xfrm>
          <a:prstGeom prst="roundRect">
            <a:avLst>
              <a:gd name="adj" fmla="val 4800"/>
            </a:avLst>
          </a:prstGeom>
          <a:solidFill>
            <a:srgbClr val="2A2F55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/private/tmp/claude-501/-Users-sugikosuke-Desktop-My-project-idea--------------------/ecf5b615-b7d0-43eb-aa37-f31d47aca222/scratchpad/pptx-build/icons/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2209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レベルデザイン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数字を変えて、面白さを設計した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5858" y="1691640"/>
            <a:ext cx="2521458" cy="2286000"/>
          </a:xfrm>
          <a:prstGeom prst="roundRect">
            <a:avLst>
              <a:gd name="adj" fmla="val 4800"/>
            </a:avLst>
          </a:prstGeom>
          <a:solidFill>
            <a:srgbClr val="2A2F55"/>
          </a:solidFill>
          <a:ln/>
        </p:spPr>
      </p:sp>
      <p:sp>
        <p:nvSpPr>
          <p:cNvPr id="10" name="Text 7"/>
          <p:cNvSpPr/>
          <p:nvPr/>
        </p:nvSpPr>
        <p:spPr>
          <a:xfrm>
            <a:off x="3637026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/private/tmp/claude-501/-Users-sugikosuke-Desktop-My-project-idea--------------------/ecf5b615-b7d0-43eb-aa37-f31d47aca222/scratchpad/pptx-build/icons/palet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987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8738" y="306324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アートディレクション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8738" y="33832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見た目を変えて、世界観をつくった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1636" y="1691640"/>
            <a:ext cx="2521458" cy="2286000"/>
          </a:xfrm>
          <a:prstGeom prst="roundRect">
            <a:avLst>
              <a:gd name="adj" fmla="val 4800"/>
            </a:avLst>
          </a:prstGeom>
          <a:solidFill>
            <a:srgbClr val="2A2F55"/>
          </a:solidFill>
          <a:ln/>
        </p:spPr>
      </p:sp>
      <p:sp>
        <p:nvSpPr>
          <p:cNvPr id="15" name="Text 11"/>
          <p:cNvSpPr/>
          <p:nvPr/>
        </p:nvSpPr>
        <p:spPr>
          <a:xfrm>
            <a:off x="6432804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/private/tmp/claude-501/-Users-sugikosuke-Desktop-My-project-idea--------------------/ecf5b615-b7d0-43eb-aa37-f31d47aca222/scratchpad/pptx-build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765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4516" y="306324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プログラミング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14516" y="33832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コードを足して、機能を実装した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27414" y="1691640"/>
            <a:ext cx="2521458" cy="2286000"/>
          </a:xfrm>
          <a:prstGeom prst="roundRect">
            <a:avLst>
              <a:gd name="adj" fmla="val 4800"/>
            </a:avLst>
          </a:prstGeom>
          <a:solidFill>
            <a:srgbClr val="2A2F55"/>
          </a:solidFill>
          <a:ln/>
        </p:spPr>
      </p:sp>
      <p:sp>
        <p:nvSpPr>
          <p:cNvPr id="20" name="Text 15"/>
          <p:cNvSpPr/>
          <p:nvPr/>
        </p:nvSpPr>
        <p:spPr>
          <a:xfrm>
            <a:off x="9228582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/private/tmp/claude-501/-Users-sugikosuke-Desktop-My-project-idea--------------------/ecf5b615-b7d0-43eb-aa37-f31d47aca222/scratchpad/pptx-build/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9543" y="2468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10294" y="3063240"/>
            <a:ext cx="215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リリース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10294" y="33832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公開して、人に遊んでもらった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25196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FFC857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2519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これ、ゲーム会社の1年分の仕事を40分に圧縮したものです。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“数字をいじったら世界が変わった”──あの感覚が仕事になるのが、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0080" y="56235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ITソリューション学科です。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8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2026-07-31T04:48:33Z</dcterms:created>
  <dcterms:modified xsi:type="dcterms:W3CDTF">2026-07-31T04:48:33Z</dcterms:modified>
</cp:coreProperties>
</file>